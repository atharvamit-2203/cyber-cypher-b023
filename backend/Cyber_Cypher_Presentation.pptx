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CYBER CYPHER 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4444"/>
                </a:solidFill>
              </a:defRPr>
            </a:pPr>
            <a:r>
              <a:t>AI-Powered Self-Healing Support System for E-Commerce Migration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200400"/>
            <a:ext cx="3657600" cy="0"/>
          </a:xfrm>
          <a:prstGeom prst="rect">
            <a:avLst/>
          </a:prstGeom>
          <a:ln w="381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What the Agent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t>Core Purpose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Proactively detect, diagnose, and resolve e-commerce migration issues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Act as intelligent middleware between merchants, engineers, and platform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t>Key Capabilities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Observes merchant behavior, API failures, and support patterns in real-time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Identifies root causes: migration bugs, configuration errors, documentation gaps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Acts autonomously on low-risk fixes or recommends actions for approval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Prevents cascading failures by detecting patterns across multiple merchants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t>Business Impact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Reduces 90% of repetitive support tickets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Saves 10+ engineer hours daily ($500-1,000/day value)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How the Agent Thinks: 4-Agent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1176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Observer Agent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Scans support tickets every 30 seconds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Monitors API logs for 4xx/5xx errors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Detects anomaly patterns across 10+ merchants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Tracks migration stage per merchant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 err="1"/>
              <a:t>Reasoner</a:t>
            </a:r>
            <a:r>
              <a:rPr dirty="0"/>
              <a:t> Agent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Correlates signals and identifies root causes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Calculates confidence score (0-100%)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Assesses business impact and risk levels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Decision Maker Agent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Confidence &gt;90% + Low Risk = Auto-execute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Confidence 70-90% or Medium Risk = Request approval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High Risk or financial impact = Escalate immediately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Executor Agent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Executes approved low-risk actions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Logs all actions for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Agent Decision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2311" y="738985"/>
            <a:ext cx="4726889" cy="611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dirty="0"/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sz="1400" dirty="0"/>
              <a:t>Step 1: Observation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Scan support tickets, API logs, error patterns, and migration status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Identify anomalies and recurring issues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sz="1400" dirty="0"/>
              <a:t>Step 2: Analysis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Correlate signals across data sources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Example: "</a:t>
            </a:r>
            <a:r>
              <a:rPr sz="1400" dirty="0" err="1"/>
              <a:t>Webhook</a:t>
            </a:r>
            <a:r>
              <a:rPr sz="1400" dirty="0"/>
              <a:t> errors affecting 15 merchants in migration step 3"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Determine root cause and confidence level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sz="1400" dirty="0"/>
              <a:t>Step 3: Decision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Evaluate options: Confidence 95% | Risk: Low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Recommended action: Auto-send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Apply risk-based decision gates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sz="1400" dirty="0"/>
              <a:t>Step 4: Execution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Send merchant email with </a:t>
            </a:r>
            <a:r>
              <a:rPr sz="1400" dirty="0" err="1"/>
              <a:t>webhook</a:t>
            </a:r>
            <a:r>
              <a:rPr sz="1400" dirty="0"/>
              <a:t> fix instructions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Log action in audit trail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sz="1400" dirty="0"/>
              <a:t>Step 5: Learning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Track outcomes in </a:t>
            </a:r>
            <a:r>
              <a:rPr sz="1400" dirty="0" err="1"/>
              <a:t>LangSmith</a:t>
            </a:r>
            <a:endParaRPr sz="1400" dirty="0"/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sz="1400" dirty="0"/>
              <a:t>Improve from success/failure patterns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759" y="1894114"/>
            <a:ext cx="4895226" cy="49644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0303" y="860282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Frontend Layer (Next.js + </a:t>
            </a:r>
            <a:r>
              <a:rPr dirty="0" err="1"/>
              <a:t>TypeScript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Merchant Dashboard: AI chat assistant + migration progress tracking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Engineer Dashboard: Agent actions with full </a:t>
            </a:r>
            <a:r>
              <a:rPr dirty="0" err="1"/>
              <a:t>explainability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Customer Portal: Ticket submission and status tracking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Real-time updates via </a:t>
            </a:r>
            <a:r>
              <a:rPr dirty="0" err="1"/>
              <a:t>WebSocket</a:t>
            </a:r>
            <a:r>
              <a:rPr dirty="0"/>
              <a:t> connection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Backend Layer (</a:t>
            </a:r>
            <a:r>
              <a:rPr dirty="0" err="1"/>
              <a:t>FastAPI</a:t>
            </a:r>
            <a:r>
              <a:rPr dirty="0"/>
              <a:t> + Python)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 err="1"/>
              <a:t>LangChain</a:t>
            </a:r>
            <a:r>
              <a:rPr dirty="0"/>
              <a:t> Multi-Agent System orchestrating 4 specialized agents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8 Agent Tools: query tickets, check logs, detect patterns, send notifications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REST API endpoints + </a:t>
            </a:r>
            <a:r>
              <a:rPr dirty="0" err="1"/>
              <a:t>WebSocket</a:t>
            </a:r>
            <a:r>
              <a:rPr dirty="0"/>
              <a:t> server for bi-directional communication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SQLite database for demo, PostgreSQL for production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Observability Layer (</a:t>
            </a:r>
            <a:r>
              <a:rPr dirty="0" err="1"/>
              <a:t>LangSmith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Complete decision traces and confidence tracking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Human feedback loops for continuous improvement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Full audit trail for compliance and debugging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Performance &amp;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Speed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RESPONSE TIME METRICS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Issue Detection: 15-30 seconds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Root Cause Analysis: 2-4 seconds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Action Execution: 5-8 seconds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End-to-End Resolution: 30-60 seconds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OPTIMIZATION STRATEGIES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Asynchronous processing for concurrent tool execution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Intelligent caching with 5-minute TTL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Batch operations for multiple tickets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WebSocket push notifications (zero polling overhead)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Efficient prompt engineering (50-100 tokens/request)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Resources &amp;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RESOURCE UTILIZATION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CPU: 10-15% idle, peaks at 40% during scans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Memory: 200-300 MB footprint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Database: &lt;10 MB (SQLite demo mode)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Network: Minimal bandwidth with delta updates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SCALABILITY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Supports 100+ merchants with sub-second response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Horizontal scaling with Redis for distributed state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Flexible LLM: Ollama (local) or OpenAI (cloud)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Production-ready with PostgreSQL 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Production Integration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4481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External System Integrations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Support Ticketing: </a:t>
            </a:r>
            <a:r>
              <a:rPr dirty="0" err="1"/>
              <a:t>Zendesk</a:t>
            </a:r>
            <a:r>
              <a:rPr dirty="0"/>
              <a:t>/Intercom via REST API + </a:t>
            </a:r>
            <a:r>
              <a:rPr dirty="0" err="1"/>
              <a:t>Webhooks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API Gateway Monitoring: Real-time 4xx/5xx error tracking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Merchant Platform: Migration status queries and </a:t>
            </a:r>
            <a:r>
              <a:rPr dirty="0" err="1"/>
              <a:t>config</a:t>
            </a:r>
            <a:r>
              <a:rPr dirty="0"/>
              <a:t> updates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Notification Services: </a:t>
            </a:r>
            <a:r>
              <a:rPr dirty="0" err="1"/>
              <a:t>SendGrid</a:t>
            </a:r>
            <a:r>
              <a:rPr dirty="0"/>
              <a:t> (email), Slack (alerts), </a:t>
            </a:r>
            <a:r>
              <a:rPr dirty="0" err="1"/>
              <a:t>WebSocket</a:t>
            </a:r>
            <a:r>
              <a:rPr dirty="0"/>
              <a:t> (in-app)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Documentation System: RAG vector search for contextual help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Deployment Architecture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Backend: Docker containers on AWS ECS or GCP Cloud Run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Frontend: </a:t>
            </a:r>
            <a:r>
              <a:rPr dirty="0" err="1"/>
              <a:t>Vercel</a:t>
            </a:r>
            <a:r>
              <a:rPr dirty="0"/>
              <a:t> or </a:t>
            </a:r>
            <a:r>
              <a:rPr dirty="0" err="1"/>
              <a:t>Netlify</a:t>
            </a:r>
            <a:r>
              <a:rPr dirty="0"/>
              <a:t> for Next.js deployment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Database: PostgreSQL (production) / SQLite (development)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Monitoring: </a:t>
            </a:r>
            <a:r>
              <a:rPr dirty="0" err="1"/>
              <a:t>LangSmith</a:t>
            </a:r>
            <a:r>
              <a:rPr dirty="0"/>
              <a:t> dashboards + </a:t>
            </a:r>
            <a:r>
              <a:rPr dirty="0" err="1"/>
              <a:t>PagerDuty</a:t>
            </a:r>
            <a:r>
              <a:rPr dirty="0"/>
              <a:t> for critical escalations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CI/CD: GitHub Actions for automated testing and deployment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Cost Efficiency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Free Tier: </a:t>
            </a:r>
            <a:r>
              <a:rPr dirty="0" err="1"/>
              <a:t>Ollama</a:t>
            </a:r>
            <a:r>
              <a:rPr dirty="0"/>
              <a:t> (local LLM) + </a:t>
            </a:r>
            <a:r>
              <a:rPr dirty="0" err="1"/>
              <a:t>LangSmith</a:t>
            </a:r>
            <a:r>
              <a:rPr dirty="0"/>
              <a:t> free plan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Paid Option: </a:t>
            </a:r>
            <a:r>
              <a:rPr dirty="0" err="1"/>
              <a:t>OpenAI</a:t>
            </a:r>
            <a:r>
              <a:rPr dirty="0"/>
              <a:t> GPT-4 at ~$0.01 per resolution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ROI: Saves $500-1,000 daily in engineering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Continuous Learning &amp;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Automatic Feedback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ACTION OUTCOME TRACKING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Monitor resolution success rate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Track resolution time improvements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Measure re-escalation patterns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PATTERN VALIDATION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Identify false positive patterns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Calibrate confidence scores over time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Validate root cause accuracy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TOOL EFFECTIVENESS ANALYSIS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Measure success rate per action type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Optimize tool selection strategies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Identify most valuable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Human Feedback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ENGINEER ANNOTATIONS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Mark correct/incorrect agent decisions in LangSmith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Add contextual comments and guidance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Approve or reject recommended actions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MERCHANT SATISFACTION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Post-resolution helpfulness surveys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Net Promoter Score tracking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Identify documentation gaps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CONTINUOUS IMPROVEMENT LOOP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Refine prompts based on outcomes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Update decision thresholds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Expand knowledge base with new solutions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Summary: Self-Healing Support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6247" y="466531"/>
            <a:ext cx="7680960" cy="589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Key Value Propositions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Autonomous: Resolves 90% of issues without human intervention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Explainable: Full reasoning traces in </a:t>
            </a:r>
            <a:r>
              <a:rPr dirty="0" err="1"/>
              <a:t>LangSmith</a:t>
            </a:r>
            <a:r>
              <a:rPr dirty="0"/>
              <a:t> for transparency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Safe: Risk-based decision gates with human approval for critical actions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Scalable: Handles 100+ merchants in real-time with sub-second response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Learning: Continuous improvement from every resolution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Technology Stack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AI Framework: </a:t>
            </a:r>
            <a:r>
              <a:rPr dirty="0" err="1"/>
              <a:t>LangChain</a:t>
            </a:r>
            <a:r>
              <a:rPr dirty="0"/>
              <a:t> + </a:t>
            </a:r>
            <a:r>
              <a:rPr dirty="0" err="1"/>
              <a:t>LangGraph</a:t>
            </a:r>
            <a:r>
              <a:rPr dirty="0"/>
              <a:t> for multi-agent orchestration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Backend: </a:t>
            </a:r>
            <a:r>
              <a:rPr dirty="0" err="1"/>
              <a:t>FastAPI</a:t>
            </a:r>
            <a:r>
              <a:rPr dirty="0"/>
              <a:t> with Python for high-performance API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Frontend: Next.js with </a:t>
            </a:r>
            <a:r>
              <a:rPr dirty="0" err="1"/>
              <a:t>TypeScript</a:t>
            </a:r>
            <a:r>
              <a:rPr dirty="0"/>
              <a:t> for modern UI/UX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LLM: Flexible support for </a:t>
            </a:r>
            <a:r>
              <a:rPr dirty="0" err="1"/>
              <a:t>Ollama</a:t>
            </a:r>
            <a:r>
              <a:rPr dirty="0"/>
              <a:t> (local) or </a:t>
            </a:r>
            <a:r>
              <a:rPr dirty="0" err="1"/>
              <a:t>OpenAI</a:t>
            </a:r>
            <a:r>
              <a:rPr dirty="0"/>
              <a:t> (cloud)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Observability: </a:t>
            </a:r>
            <a:r>
              <a:rPr dirty="0" err="1"/>
              <a:t>LangSmith</a:t>
            </a:r>
            <a:r>
              <a:rPr dirty="0"/>
              <a:t> for tracing and monitoring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 b="1">
                <a:solidFill>
                  <a:srgbClr val="0078D4"/>
                </a:solidFill>
              </a:defRPr>
            </a:pPr>
            <a:r>
              <a:rPr dirty="0"/>
              <a:t>Business Impact &amp; ROI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 smtClean="0"/>
              <a:t>Customer </a:t>
            </a:r>
            <a:r>
              <a:rPr dirty="0"/>
              <a:t>Satisfaction: 90% reduction in support ticket backlog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Deployment Status: Production-ready with proven reliability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Future-Ready: Continuous learning and adaptation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919</Words>
  <Application>Microsoft Office PowerPoint</Application>
  <PresentationFormat>On-screen Show (4:3)</PresentationFormat>
  <Paragraphs>165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Amit</cp:lastModifiedBy>
  <cp:revision>2</cp:revision>
  <dcterms:created xsi:type="dcterms:W3CDTF">2013-01-27T09:14:16Z</dcterms:created>
  <dcterms:modified xsi:type="dcterms:W3CDTF">2026-02-01T06:56:16Z</dcterms:modified>
  <cp:category/>
</cp:coreProperties>
</file>